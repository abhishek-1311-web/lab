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7" r:id="rId3"/>
    <p:sldId id="284" r:id="rId4"/>
    <p:sldId id="278" r:id="rId5"/>
    <p:sldId id="281" r:id="rId6"/>
    <p:sldId id="282" r:id="rId7"/>
    <p:sldId id="283" r:id="rId8"/>
    <p:sldId id="279" r:id="rId9"/>
    <p:sldId id="267" r:id="rId10"/>
  </p:sldIdLst>
  <p:sldSz cx="18288000" cy="10287000"/>
  <p:notesSz cx="6858000" cy="9144000"/>
  <p:embeddedFontLst>
    <p:embeddedFont>
      <p:font typeface="ITC Avant Garde Gothic" panose="020B0604020202020204" charset="0"/>
      <p:regular r:id="rId11"/>
    </p:embeddedFont>
    <p:embeddedFont>
      <p:font typeface="League Spartan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17" autoAdjust="0"/>
    <p:restoredTop sz="94622" autoAdjust="0"/>
  </p:normalViewPr>
  <p:slideViewPr>
    <p:cSldViewPr>
      <p:cViewPr>
        <p:scale>
          <a:sx n="47" d="100"/>
          <a:sy n="47" d="100"/>
        </p:scale>
        <p:origin x="197" y="29"/>
      </p:cViewPr>
      <p:guideLst>
        <p:guide orient="horz" pos="21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sv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734405" y="-1009042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 flipV="1">
            <a:off x="14470870" y="6490580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 flipV="1">
            <a:off x="15975469" y="-12756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704227" y="7547274"/>
            <a:ext cx="8879546" cy="1696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1"/>
              </a:lnSpc>
            </a:pPr>
            <a:r>
              <a:rPr lang="en-US" sz="4351" dirty="0">
                <a:solidFill>
                  <a:srgbClr val="052F5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Done by</a:t>
            </a:r>
          </a:p>
          <a:p>
            <a:pPr algn="ctr">
              <a:lnSpc>
                <a:spcPts val="4351"/>
              </a:lnSpc>
            </a:pPr>
            <a:r>
              <a:rPr lang="en-US" sz="4351" dirty="0">
                <a:solidFill>
                  <a:srgbClr val="052F5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Aswinkumar I,</a:t>
            </a:r>
          </a:p>
          <a:p>
            <a:pPr algn="ctr">
              <a:lnSpc>
                <a:spcPts val="4351"/>
              </a:lnSpc>
            </a:pPr>
            <a:r>
              <a:rPr lang="en-IN" sz="4351" dirty="0">
                <a:solidFill>
                  <a:srgbClr val="052F5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Sethupathy R</a:t>
            </a:r>
            <a:endParaRPr lang="en-US" sz="4351" dirty="0">
              <a:solidFill>
                <a:srgbClr val="052F58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63005" y="3960277"/>
            <a:ext cx="16154400" cy="2875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6500" b="1" dirty="0">
                <a:solidFill>
                  <a:srgbClr val="052F5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BOOKNGO – AN ALL-IN-ONE ONLINE TRAVEL </a:t>
            </a:r>
            <a:r>
              <a:rPr lang="en-IN" sz="6500" b="1" dirty="0">
                <a:solidFill>
                  <a:srgbClr val="052F5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BOOKING WEBSITE</a:t>
            </a:r>
            <a:endParaRPr lang="en-US" sz="6500" b="1" dirty="0">
              <a:solidFill>
                <a:srgbClr val="052F58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247694" y="1042915"/>
            <a:ext cx="14865266" cy="2524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837"/>
              </a:lnSpc>
            </a:pPr>
            <a:r>
              <a:rPr lang="en-GB" sz="9600" dirty="0"/>
              <a:t>WEB </a:t>
            </a:r>
            <a:r>
              <a:rPr lang="en-IN" sz="9600" dirty="0"/>
              <a:t>TECHNOLOGIES </a:t>
            </a:r>
          </a:p>
          <a:p>
            <a:pPr algn="ctr">
              <a:lnSpc>
                <a:spcPts val="9837"/>
              </a:lnSpc>
            </a:pPr>
            <a:r>
              <a:rPr lang="en-IN" sz="9600" dirty="0"/>
              <a:t>MINI PROJECT 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D1FE6-FFBD-EBD6-4971-957F76644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0752BB6-3A17-4B24-6A62-FF1A555CE321}"/>
              </a:ext>
            </a:extLst>
          </p:cNvPr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A6295CE-B8C4-F887-C6A8-E7AB34355272}"/>
                </a:ext>
              </a:extLst>
            </p:cNvPr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5D6EE5A-3F66-7C9B-3174-F0F03720D4F3}"/>
                </a:ext>
              </a:extLst>
            </p:cNvPr>
            <p:cNvSpPr txBox="1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6E4D99D-40C6-92BA-8F44-2C03CBFE8FF7}"/>
              </a:ext>
            </a:extLst>
          </p:cNvPr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DEC21A2-DD0E-55AC-214E-A6BAB766B77D}"/>
                </a:ext>
              </a:extLst>
            </p:cNvPr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D818DC6-ED7A-F718-D7E7-59B263135E16}"/>
                </a:ext>
              </a:extLst>
            </p:cNvPr>
            <p:cNvSpPr txBox="1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AE0831A2-86A2-518B-A3DC-CA76D49BE9AD}"/>
              </a:ext>
            </a:extLst>
          </p:cNvPr>
          <p:cNvSpPr/>
          <p:nvPr/>
        </p:nvSpPr>
        <p:spPr>
          <a:xfrm>
            <a:off x="-734405" y="-1009042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79D7F83-8EC1-81C2-9078-5ADA6528BCF1}"/>
              </a:ext>
            </a:extLst>
          </p:cNvPr>
          <p:cNvSpPr/>
          <p:nvPr/>
        </p:nvSpPr>
        <p:spPr>
          <a:xfrm flipH="1" flipV="1">
            <a:off x="14470870" y="6490580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4E14C4-B1F1-7962-1603-18C606C4AC1E}"/>
              </a:ext>
            </a:extLst>
          </p:cNvPr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DBF7DA3-5C98-7323-033D-812DFF373C29}"/>
              </a:ext>
            </a:extLst>
          </p:cNvPr>
          <p:cNvSpPr/>
          <p:nvPr/>
        </p:nvSpPr>
        <p:spPr>
          <a:xfrm flipH="1" flipV="1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BBEF0C7-E09D-C548-D49C-C497D8E6CA21}"/>
              </a:ext>
            </a:extLst>
          </p:cNvPr>
          <p:cNvSpPr/>
          <p:nvPr/>
        </p:nvSpPr>
        <p:spPr>
          <a:xfrm flipH="1" flipV="1">
            <a:off x="15975469" y="-12756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EF68BBC-875D-75F4-3F28-02B5791E6C96}"/>
              </a:ext>
            </a:extLst>
          </p:cNvPr>
          <p:cNvSpPr txBox="1"/>
          <p:nvPr/>
        </p:nvSpPr>
        <p:spPr>
          <a:xfrm>
            <a:off x="2342524" y="1366782"/>
            <a:ext cx="14561894" cy="8693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6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Manual Booking: Most travel bookings are done manually or through fragmented platforms (hotel, transport, tours on separate sites).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6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Limited Integration: Users must visit multiple websites or apps to book hotels, transport, and tours.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6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No Centralized User Management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6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Minimal Automation</a:t>
            </a:r>
          </a:p>
          <a:p>
            <a:pPr algn="just">
              <a:lnSpc>
                <a:spcPct val="150000"/>
              </a:lnSpc>
            </a:pPr>
            <a:endParaRPr lang="en-GB" sz="3200" dirty="0">
              <a:solidFill>
                <a:srgbClr val="454B5D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algn="just">
              <a:lnSpc>
                <a:spcPct val="150000"/>
              </a:lnSpc>
            </a:pPr>
            <a:endParaRPr lang="en-GB" sz="3200" dirty="0">
              <a:solidFill>
                <a:srgbClr val="454B5D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1. Share Auto Stops Integration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2. Local Bus Stops Mapping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3. Vehicle Rental Service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4. Unified Booking Experience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5. Enhanced Urban Mobility</a:t>
            </a:r>
            <a:endParaRPr lang="en-US" sz="3200" b="1" dirty="0">
              <a:solidFill>
                <a:srgbClr val="454B5D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508557C-0738-104B-7502-708DF4DAF2B8}"/>
              </a:ext>
            </a:extLst>
          </p:cNvPr>
          <p:cNvSpPr txBox="1"/>
          <p:nvPr/>
        </p:nvSpPr>
        <p:spPr>
          <a:xfrm>
            <a:off x="1383582" y="372045"/>
            <a:ext cx="16230599" cy="1031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IN" sz="7600" dirty="0">
                <a:latin typeface="League Spartan" panose="020B0604020202020204" charset="0"/>
              </a:rPr>
              <a:t>Existing System</a:t>
            </a:r>
            <a:endParaRPr lang="en-US" sz="7600" dirty="0">
              <a:solidFill>
                <a:srgbClr val="454B5D"/>
              </a:solidFill>
              <a:latin typeface="League Spartan" panose="020B0604020202020204" charset="0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E3BC34A-B546-3CD4-85EF-2A1FA914E1AE}"/>
              </a:ext>
            </a:extLst>
          </p:cNvPr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A85794-C059-49ED-6593-646E4CF78418}"/>
              </a:ext>
            </a:extLst>
          </p:cNvPr>
          <p:cNvSpPr txBox="1"/>
          <p:nvPr/>
        </p:nvSpPr>
        <p:spPr>
          <a:xfrm>
            <a:off x="1483804" y="5311758"/>
            <a:ext cx="16230599" cy="1031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IN" sz="7600" dirty="0">
                <a:latin typeface="League Spartan" panose="020B0604020202020204" charset="0"/>
              </a:rPr>
              <a:t>Proposed System</a:t>
            </a:r>
            <a:endParaRPr lang="en-US" sz="7600" dirty="0">
              <a:solidFill>
                <a:srgbClr val="454B5D"/>
              </a:solidFill>
              <a:latin typeface="League Spartan" panose="020B0604020202020204" charset="0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2753587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2B457-0013-61CE-EE68-4EBE5F757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CAD803E-4382-2286-9DF1-196164D59ABD}"/>
              </a:ext>
            </a:extLst>
          </p:cNvPr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81D8D10-542B-20A1-74E8-C41EA196601B}"/>
                </a:ext>
              </a:extLst>
            </p:cNvPr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EE8807E-6867-AF55-8069-BC5F74424539}"/>
                </a:ext>
              </a:extLst>
            </p:cNvPr>
            <p:cNvSpPr txBox="1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1BBAD6A-4EB6-2E92-5A04-F823DC021CCF}"/>
              </a:ext>
            </a:extLst>
          </p:cNvPr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B054E90-2D6E-F807-92A7-4F37A46E39E1}"/>
                </a:ext>
              </a:extLst>
            </p:cNvPr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4383E7D-C240-6488-D211-C6F004B78636}"/>
                </a:ext>
              </a:extLst>
            </p:cNvPr>
            <p:cNvSpPr txBox="1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82B794BB-A01F-9023-9BB6-7483F30F0EFE}"/>
              </a:ext>
            </a:extLst>
          </p:cNvPr>
          <p:cNvSpPr/>
          <p:nvPr/>
        </p:nvSpPr>
        <p:spPr>
          <a:xfrm>
            <a:off x="-734405" y="-1009042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77DA480-5580-F274-1F8B-2B572FD4E4F8}"/>
              </a:ext>
            </a:extLst>
          </p:cNvPr>
          <p:cNvSpPr/>
          <p:nvPr/>
        </p:nvSpPr>
        <p:spPr>
          <a:xfrm flipH="1" flipV="1">
            <a:off x="14470870" y="6490580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5D87A9D-96F7-11A5-27BE-53B386E44F4B}"/>
              </a:ext>
            </a:extLst>
          </p:cNvPr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DCDFA82-01E0-8C55-84FD-1F8493AF6D6B}"/>
              </a:ext>
            </a:extLst>
          </p:cNvPr>
          <p:cNvSpPr/>
          <p:nvPr/>
        </p:nvSpPr>
        <p:spPr>
          <a:xfrm flipH="1" flipV="1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33FCEA4F-534B-DAD4-D80D-F707085DF322}"/>
              </a:ext>
            </a:extLst>
          </p:cNvPr>
          <p:cNvSpPr/>
          <p:nvPr/>
        </p:nvSpPr>
        <p:spPr>
          <a:xfrm flipH="1" flipV="1">
            <a:off x="15975469" y="-12756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3357383-8743-F5D9-8004-1C0772BFD364}"/>
              </a:ext>
            </a:extLst>
          </p:cNvPr>
          <p:cNvSpPr txBox="1"/>
          <p:nvPr/>
        </p:nvSpPr>
        <p:spPr>
          <a:xfrm>
            <a:off x="2242303" y="1590396"/>
            <a:ext cx="14308502" cy="8047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 err="1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BoooknGo</a:t>
            </a: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is a full-stack travel booking platform.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Users can book hotels, tours, and transport.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Modern UI with AngularJS and Bootstrap.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Backend powered by Node.js, Express, and MongoDB.</a:t>
            </a:r>
          </a:p>
          <a:p>
            <a:pPr algn="just">
              <a:lnSpc>
                <a:spcPct val="150000"/>
              </a:lnSpc>
            </a:pPr>
            <a:endParaRPr lang="en-GB" sz="3200" b="1" dirty="0">
              <a:solidFill>
                <a:srgbClr val="454B5D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algn="just">
              <a:lnSpc>
                <a:spcPct val="150000"/>
              </a:lnSpc>
            </a:pPr>
            <a:endParaRPr lang="en-GB" sz="3200" dirty="0">
              <a:solidFill>
                <a:srgbClr val="454B5D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User authentication (Login/Signup)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Hotel booking with filters (date, city, price)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Tour booking with package selection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Transport booking (local, intra-city, rental, flights)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Responsive design and smooth animations</a:t>
            </a:r>
            <a:endParaRPr lang="en-US" sz="3200" b="1" dirty="0">
              <a:solidFill>
                <a:srgbClr val="454B5D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6367EDE-332F-D430-20A0-2019DC217BA6}"/>
              </a:ext>
            </a:extLst>
          </p:cNvPr>
          <p:cNvSpPr txBox="1"/>
          <p:nvPr/>
        </p:nvSpPr>
        <p:spPr>
          <a:xfrm>
            <a:off x="1483804" y="649273"/>
            <a:ext cx="16230599" cy="1031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IN" sz="7600" dirty="0">
                <a:latin typeface="League Spartan" panose="020B0604020202020204" charset="0"/>
              </a:rPr>
              <a:t>Project Overview</a:t>
            </a:r>
            <a:endParaRPr lang="en-US" sz="7600" dirty="0">
              <a:solidFill>
                <a:srgbClr val="454B5D"/>
              </a:solidFill>
              <a:latin typeface="League Spartan" panose="020B0604020202020204" charset="0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D530F1B-2D18-D4F3-D183-340910B609DA}"/>
              </a:ext>
            </a:extLst>
          </p:cNvPr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2FB982FB-83CE-27D7-7383-7204358F8D94}"/>
              </a:ext>
            </a:extLst>
          </p:cNvPr>
          <p:cNvSpPr txBox="1"/>
          <p:nvPr/>
        </p:nvSpPr>
        <p:spPr>
          <a:xfrm>
            <a:off x="1372696" y="4858300"/>
            <a:ext cx="16230599" cy="1031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IN" sz="7600" dirty="0">
                <a:latin typeface="League Spartan" panose="020B0604020202020204" charset="0"/>
              </a:rPr>
              <a:t>Features</a:t>
            </a:r>
            <a:endParaRPr lang="en-US" sz="7600" dirty="0">
              <a:solidFill>
                <a:srgbClr val="454B5D"/>
              </a:solidFill>
              <a:latin typeface="League Spartan" panose="020B0604020202020204" charset="0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3538304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A27D8-2594-EF1C-2F72-896C361D8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F393ED3-AED8-A83C-DFC5-BE7055A92EFB}"/>
              </a:ext>
            </a:extLst>
          </p:cNvPr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44D9B1C-BA7E-F30E-C331-61347EE3A3A3}"/>
                </a:ext>
              </a:extLst>
            </p:cNvPr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51F9B7D-4550-C285-EA85-E77232DE7196}"/>
                </a:ext>
              </a:extLst>
            </p:cNvPr>
            <p:cNvSpPr txBox="1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1121CA7-1620-871F-3E7E-7285044C1327}"/>
              </a:ext>
            </a:extLst>
          </p:cNvPr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392BC7E-0C74-2E59-CA1D-5EC2CD8B9175}"/>
                </a:ext>
              </a:extLst>
            </p:cNvPr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1AEE9EA-6FBD-8018-23CF-6F6B7423E6F9}"/>
                </a:ext>
              </a:extLst>
            </p:cNvPr>
            <p:cNvSpPr txBox="1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02D1137C-E66D-F20B-7D60-BA368866CC24}"/>
              </a:ext>
            </a:extLst>
          </p:cNvPr>
          <p:cNvSpPr/>
          <p:nvPr/>
        </p:nvSpPr>
        <p:spPr>
          <a:xfrm>
            <a:off x="-734405" y="-1009042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DADF329-2FC3-CB8A-E892-F42CC3573903}"/>
              </a:ext>
            </a:extLst>
          </p:cNvPr>
          <p:cNvSpPr/>
          <p:nvPr/>
        </p:nvSpPr>
        <p:spPr>
          <a:xfrm flipH="1" flipV="1">
            <a:off x="14470870" y="6490580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9C0A3323-6B8F-194F-5678-05F31DA6286E}"/>
              </a:ext>
            </a:extLst>
          </p:cNvPr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0299548-ABF9-201D-83A6-585E09F28099}"/>
              </a:ext>
            </a:extLst>
          </p:cNvPr>
          <p:cNvSpPr/>
          <p:nvPr/>
        </p:nvSpPr>
        <p:spPr>
          <a:xfrm flipH="1" flipV="1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7B8D29F2-4A14-6645-C01B-CC847AC30925}"/>
              </a:ext>
            </a:extLst>
          </p:cNvPr>
          <p:cNvSpPr/>
          <p:nvPr/>
        </p:nvSpPr>
        <p:spPr>
          <a:xfrm flipH="1" flipV="1">
            <a:off x="15975469" y="-12756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9AE8CD4-A2DE-2DCE-9070-365F8A15C116}"/>
              </a:ext>
            </a:extLst>
          </p:cNvPr>
          <p:cNvSpPr txBox="1"/>
          <p:nvPr/>
        </p:nvSpPr>
        <p:spPr>
          <a:xfrm>
            <a:off x="2383009" y="1680324"/>
            <a:ext cx="14308502" cy="2876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Frontend: AngularJS, Bootstrap, HTML, CSS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Backend: Node.js, Express.js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Database: MongoDB Atlas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Testing: Selenium WebDriver (automated UI tests)</a:t>
            </a:r>
            <a:endParaRPr lang="en-US" sz="3200" dirty="0">
              <a:solidFill>
                <a:srgbClr val="454B5D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31424C4-DB6E-4768-3EFF-5B004F6B08B4}"/>
              </a:ext>
            </a:extLst>
          </p:cNvPr>
          <p:cNvSpPr txBox="1"/>
          <p:nvPr/>
        </p:nvSpPr>
        <p:spPr>
          <a:xfrm>
            <a:off x="1483804" y="649273"/>
            <a:ext cx="16230599" cy="1031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IN" sz="7600" dirty="0">
                <a:latin typeface="League Spartan" panose="020B0604020202020204" charset="0"/>
              </a:rPr>
              <a:t>Technology Stack</a:t>
            </a:r>
            <a:endParaRPr lang="en-US" sz="7600" dirty="0">
              <a:solidFill>
                <a:srgbClr val="454B5D"/>
              </a:solidFill>
              <a:latin typeface="League Spartan" panose="020B0604020202020204" charset="0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A3324C4-E12A-43ED-D5CA-EFC6E60E60F0}"/>
              </a:ext>
            </a:extLst>
          </p:cNvPr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361D072D-5121-29E4-ADE8-FA7B91864B05}"/>
              </a:ext>
            </a:extLst>
          </p:cNvPr>
          <p:cNvSpPr txBox="1"/>
          <p:nvPr/>
        </p:nvSpPr>
        <p:spPr>
          <a:xfrm>
            <a:off x="2058269" y="6101987"/>
            <a:ext cx="14308502" cy="36153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User registers or logs in.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Navigates to booking pages.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Applies filters and selects options.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Books hotel, tour, or transport.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Confirmation and feedback.</a:t>
            </a:r>
            <a:endParaRPr lang="en-US" sz="3200" b="1" dirty="0">
              <a:solidFill>
                <a:srgbClr val="454B5D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205DE2-777D-43D7-1441-7D9877E9016B}"/>
              </a:ext>
            </a:extLst>
          </p:cNvPr>
          <p:cNvSpPr txBox="1"/>
          <p:nvPr/>
        </p:nvSpPr>
        <p:spPr>
          <a:xfrm>
            <a:off x="1159064" y="5070936"/>
            <a:ext cx="16230599" cy="1031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IN" sz="7600" dirty="0">
                <a:latin typeface="League Spartan" panose="020B0604020202020204" charset="0"/>
              </a:rPr>
              <a:t>User Flow</a:t>
            </a:r>
          </a:p>
        </p:txBody>
      </p:sp>
    </p:spTree>
    <p:extLst>
      <p:ext uri="{BB962C8B-B14F-4D97-AF65-F5344CB8AC3E}">
        <p14:creationId xmlns:p14="http://schemas.microsoft.com/office/powerpoint/2010/main" val="130323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0C6AA-9000-7BAC-A161-37EFB7206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FD924EA-58FA-0776-06FD-D33B776EC18C}"/>
              </a:ext>
            </a:extLst>
          </p:cNvPr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A3324A8-A26C-1933-7503-36E62D851E49}"/>
                </a:ext>
              </a:extLst>
            </p:cNvPr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113299E-DA8C-F733-B768-B607AF124B08}"/>
                </a:ext>
              </a:extLst>
            </p:cNvPr>
            <p:cNvSpPr txBox="1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77551F9-E440-D429-0ECF-22898A3F671C}"/>
              </a:ext>
            </a:extLst>
          </p:cNvPr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9121BBD-4025-7BE2-D817-BDAB60DC16D6}"/>
                </a:ext>
              </a:extLst>
            </p:cNvPr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22D344F-02D6-1E4C-2AB2-133AC33FE32C}"/>
                </a:ext>
              </a:extLst>
            </p:cNvPr>
            <p:cNvSpPr txBox="1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F913330C-CC2F-85BB-9177-3A85E1661FC1}"/>
              </a:ext>
            </a:extLst>
          </p:cNvPr>
          <p:cNvSpPr/>
          <p:nvPr/>
        </p:nvSpPr>
        <p:spPr>
          <a:xfrm>
            <a:off x="-734405" y="-1009042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EC2D13A-A42D-79B2-A4E0-0DE4EFEF9338}"/>
              </a:ext>
            </a:extLst>
          </p:cNvPr>
          <p:cNvSpPr/>
          <p:nvPr/>
        </p:nvSpPr>
        <p:spPr>
          <a:xfrm flipH="1" flipV="1">
            <a:off x="14470870" y="6490580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655C2A2-C2E3-E7D0-0E28-0EAA810428C5}"/>
              </a:ext>
            </a:extLst>
          </p:cNvPr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BC479D4-0BF7-7375-100E-C2BC6E7F52D5}"/>
              </a:ext>
            </a:extLst>
          </p:cNvPr>
          <p:cNvSpPr/>
          <p:nvPr/>
        </p:nvSpPr>
        <p:spPr>
          <a:xfrm flipH="1" flipV="1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8172FF5-243D-6E52-D1D5-A1F8083429B2}"/>
              </a:ext>
            </a:extLst>
          </p:cNvPr>
          <p:cNvSpPr/>
          <p:nvPr/>
        </p:nvSpPr>
        <p:spPr>
          <a:xfrm flipH="1" flipV="1">
            <a:off x="15975469" y="-12756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30FF3AA-8D21-151D-F820-37E433BA0F4E}"/>
              </a:ext>
            </a:extLst>
          </p:cNvPr>
          <p:cNvSpPr txBox="1"/>
          <p:nvPr/>
        </p:nvSpPr>
        <p:spPr>
          <a:xfrm>
            <a:off x="3097579" y="1967882"/>
            <a:ext cx="14308502" cy="2138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Filter hotels by date, city, and max price.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View hotel details and images.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Book hotel (opens booking form in new tab).</a:t>
            </a:r>
            <a:endParaRPr lang="en-US" sz="3200" b="1" dirty="0">
              <a:solidFill>
                <a:srgbClr val="454B5D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9B446DA-CAB9-892D-72A7-C0A4B86F0A51}"/>
              </a:ext>
            </a:extLst>
          </p:cNvPr>
          <p:cNvSpPr txBox="1"/>
          <p:nvPr/>
        </p:nvSpPr>
        <p:spPr>
          <a:xfrm>
            <a:off x="1483804" y="649273"/>
            <a:ext cx="16230599" cy="1031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IN" sz="7600" dirty="0">
                <a:latin typeface="League Spartan" panose="020B0604020202020204" charset="0"/>
              </a:rPr>
              <a:t>Hotel Booking Module</a:t>
            </a:r>
            <a:endParaRPr lang="en-US" sz="7600" dirty="0">
              <a:solidFill>
                <a:srgbClr val="454B5D"/>
              </a:solidFill>
              <a:latin typeface="League Spartan" panose="020B0604020202020204" charset="0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5551F22-F347-13A4-5A63-D5D6DE957FAE}"/>
              </a:ext>
            </a:extLst>
          </p:cNvPr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8A1EE94A-747F-BB1F-3A78-766E772DCFF3}"/>
              </a:ext>
            </a:extLst>
          </p:cNvPr>
          <p:cNvSpPr txBox="1"/>
          <p:nvPr/>
        </p:nvSpPr>
        <p:spPr>
          <a:xfrm>
            <a:off x="3185025" y="6358971"/>
            <a:ext cx="14308502" cy="2876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Tabs for Local, Intra-City, Rental, Flights.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Filter by date, source, destination, mode.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Local: Bus and Share Auto (no train).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Book button opens booking form.</a:t>
            </a:r>
            <a:endParaRPr lang="en-US" sz="3200" b="1" dirty="0">
              <a:solidFill>
                <a:srgbClr val="454B5D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C47A70-AF4D-0069-9059-689ED4D389BD}"/>
              </a:ext>
            </a:extLst>
          </p:cNvPr>
          <p:cNvSpPr txBox="1"/>
          <p:nvPr/>
        </p:nvSpPr>
        <p:spPr>
          <a:xfrm>
            <a:off x="1159064" y="5070936"/>
            <a:ext cx="16230599" cy="1031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IN" sz="7600" dirty="0">
                <a:latin typeface="League Spartan" panose="020B0604020202020204" charset="0"/>
              </a:rPr>
              <a:t>Transport Booking Module</a:t>
            </a:r>
          </a:p>
        </p:txBody>
      </p:sp>
    </p:spTree>
    <p:extLst>
      <p:ext uri="{BB962C8B-B14F-4D97-AF65-F5344CB8AC3E}">
        <p14:creationId xmlns:p14="http://schemas.microsoft.com/office/powerpoint/2010/main" val="1587771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1BB67-0889-83CD-142E-0F41F9F69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906DAE0-61D1-422B-7088-D18738D348D9}"/>
              </a:ext>
            </a:extLst>
          </p:cNvPr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D719726-FB59-550D-785B-E7CC2F345042}"/>
                </a:ext>
              </a:extLst>
            </p:cNvPr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FC9A7C2-4BBC-6030-8B3A-28F6EF715EFC}"/>
                </a:ext>
              </a:extLst>
            </p:cNvPr>
            <p:cNvSpPr txBox="1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ED1104F-3EE4-2C41-BD74-595EF7269D73}"/>
              </a:ext>
            </a:extLst>
          </p:cNvPr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2E9E47E-2084-1F4C-5DB2-BF7298010B67}"/>
                </a:ext>
              </a:extLst>
            </p:cNvPr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4200197-3262-B8B9-4363-4938C868D46A}"/>
                </a:ext>
              </a:extLst>
            </p:cNvPr>
            <p:cNvSpPr txBox="1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4CA90D00-91B6-B40F-6526-ED0B9451ADF0}"/>
              </a:ext>
            </a:extLst>
          </p:cNvPr>
          <p:cNvSpPr/>
          <p:nvPr/>
        </p:nvSpPr>
        <p:spPr>
          <a:xfrm>
            <a:off x="-734405" y="-1009042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4D2EAC8-96F5-06F8-D9C2-6F7A51DB6E20}"/>
              </a:ext>
            </a:extLst>
          </p:cNvPr>
          <p:cNvSpPr/>
          <p:nvPr/>
        </p:nvSpPr>
        <p:spPr>
          <a:xfrm flipH="1" flipV="1">
            <a:off x="14470870" y="6490580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D40EBFF-30FB-7695-AE5B-0CAE96A83C02}"/>
              </a:ext>
            </a:extLst>
          </p:cNvPr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153DE17-6201-368A-6427-944501FC6AE3}"/>
              </a:ext>
            </a:extLst>
          </p:cNvPr>
          <p:cNvSpPr/>
          <p:nvPr/>
        </p:nvSpPr>
        <p:spPr>
          <a:xfrm flipH="1" flipV="1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771A1FD4-5180-247A-B8CF-AA9FFE11F587}"/>
              </a:ext>
            </a:extLst>
          </p:cNvPr>
          <p:cNvSpPr/>
          <p:nvPr/>
        </p:nvSpPr>
        <p:spPr>
          <a:xfrm flipH="1" flipV="1">
            <a:off x="15975469" y="-12756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31C5194-05DF-8119-73D5-8C2D9ECD5CCD}"/>
              </a:ext>
            </a:extLst>
          </p:cNvPr>
          <p:cNvSpPr txBox="1"/>
          <p:nvPr/>
        </p:nvSpPr>
        <p:spPr>
          <a:xfrm>
            <a:off x="2586580" y="2065806"/>
            <a:ext cx="14308502" cy="2138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Select tour packages.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Choose room and transport options.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Book tour with user details.</a:t>
            </a:r>
            <a:endParaRPr lang="en-US" sz="3200" dirty="0">
              <a:solidFill>
                <a:srgbClr val="454B5D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F02E094-524E-2953-FE79-7252A9ADC5D8}"/>
              </a:ext>
            </a:extLst>
          </p:cNvPr>
          <p:cNvSpPr txBox="1"/>
          <p:nvPr/>
        </p:nvSpPr>
        <p:spPr>
          <a:xfrm>
            <a:off x="1483804" y="649273"/>
            <a:ext cx="16230599" cy="1031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IN" sz="7600" dirty="0">
                <a:latin typeface="League Spartan" panose="020B0604020202020204" charset="0"/>
              </a:rPr>
              <a:t>Tour Booking Module</a:t>
            </a:r>
            <a:endParaRPr lang="en-US" sz="7600" dirty="0">
              <a:solidFill>
                <a:srgbClr val="454B5D"/>
              </a:solidFill>
              <a:latin typeface="League Spartan" panose="020B0604020202020204" charset="0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D387901-BE2D-FC12-6B34-72502E7FDAEB}"/>
              </a:ext>
            </a:extLst>
          </p:cNvPr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FF874D3E-6C7F-239E-8440-BB67409117C3}"/>
              </a:ext>
            </a:extLst>
          </p:cNvPr>
          <p:cNvSpPr txBox="1"/>
          <p:nvPr/>
        </p:nvSpPr>
        <p:spPr>
          <a:xfrm>
            <a:off x="2261840" y="6487469"/>
            <a:ext cx="14308502" cy="2138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RESTful API endpoints for bookings, users, transport.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Data stored in MongoDB Atlas.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Secure password handling with </a:t>
            </a:r>
            <a:r>
              <a:rPr lang="en-GB" sz="3200" b="1" dirty="0" err="1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bcryptjs</a:t>
            </a: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.</a:t>
            </a:r>
            <a:endParaRPr lang="en-US" sz="3200" dirty="0">
              <a:solidFill>
                <a:srgbClr val="454B5D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1E9069-1904-6C72-D5A9-EE48449389CC}"/>
              </a:ext>
            </a:extLst>
          </p:cNvPr>
          <p:cNvSpPr txBox="1"/>
          <p:nvPr/>
        </p:nvSpPr>
        <p:spPr>
          <a:xfrm>
            <a:off x="1159064" y="5070936"/>
            <a:ext cx="16230599" cy="1031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IN" sz="7600" dirty="0">
                <a:latin typeface="League Spartan" panose="020B0604020202020204" charset="0"/>
              </a:rPr>
              <a:t>Backend &amp; API	</a:t>
            </a:r>
          </a:p>
        </p:txBody>
      </p:sp>
    </p:spTree>
    <p:extLst>
      <p:ext uri="{BB962C8B-B14F-4D97-AF65-F5344CB8AC3E}">
        <p14:creationId xmlns:p14="http://schemas.microsoft.com/office/powerpoint/2010/main" val="515728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11826-5DCD-33B0-C731-82F97C158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84C8A2F-57FA-CC66-BFF1-6EB75CF57DB3}"/>
              </a:ext>
            </a:extLst>
          </p:cNvPr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509BD0F-0818-D6B7-93D2-8C40AD021DC8}"/>
                </a:ext>
              </a:extLst>
            </p:cNvPr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7CA49EC-9E24-A843-A79E-58D17AF1ACEB}"/>
                </a:ext>
              </a:extLst>
            </p:cNvPr>
            <p:cNvSpPr txBox="1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657F968-F748-C9D1-8166-6134E676ABA5}"/>
              </a:ext>
            </a:extLst>
          </p:cNvPr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8A9BCDF-9D65-BDF6-7C4C-7897649C5DAA}"/>
                </a:ext>
              </a:extLst>
            </p:cNvPr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1BA0FA9-FE61-239E-DC06-72EE1209838C}"/>
                </a:ext>
              </a:extLst>
            </p:cNvPr>
            <p:cNvSpPr txBox="1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10DD5683-5248-7816-397E-CA8C6F25ED59}"/>
              </a:ext>
            </a:extLst>
          </p:cNvPr>
          <p:cNvSpPr/>
          <p:nvPr/>
        </p:nvSpPr>
        <p:spPr>
          <a:xfrm>
            <a:off x="-734405" y="-1009042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BD65CB9-D720-EC74-22A6-A9E9EB01CAD5}"/>
              </a:ext>
            </a:extLst>
          </p:cNvPr>
          <p:cNvSpPr/>
          <p:nvPr/>
        </p:nvSpPr>
        <p:spPr>
          <a:xfrm flipH="1" flipV="1">
            <a:off x="14470870" y="6490580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CE6DFAED-4940-D0AE-3F15-74B2166F9564}"/>
              </a:ext>
            </a:extLst>
          </p:cNvPr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1A9CAC8-D81C-089A-D585-A9D0C3984FBC}"/>
              </a:ext>
            </a:extLst>
          </p:cNvPr>
          <p:cNvSpPr/>
          <p:nvPr/>
        </p:nvSpPr>
        <p:spPr>
          <a:xfrm flipH="1" flipV="1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A0B9541-DA92-03B3-18AB-0B6610CB02AE}"/>
              </a:ext>
            </a:extLst>
          </p:cNvPr>
          <p:cNvSpPr/>
          <p:nvPr/>
        </p:nvSpPr>
        <p:spPr>
          <a:xfrm flipH="1" flipV="1">
            <a:off x="15975469" y="-12756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7893BD6-46B3-0744-513B-3858E9197E47}"/>
              </a:ext>
            </a:extLst>
          </p:cNvPr>
          <p:cNvSpPr txBox="1"/>
          <p:nvPr/>
        </p:nvSpPr>
        <p:spPr>
          <a:xfrm>
            <a:off x="2809908" y="1854891"/>
            <a:ext cx="14308502" cy="2138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Selenium tests for booking forms.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Form validation for required fields and formats.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Error and success messages for user feedback.</a:t>
            </a:r>
            <a:endParaRPr lang="en-US" sz="3200" dirty="0">
              <a:solidFill>
                <a:srgbClr val="454B5D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6281E50-F65D-6045-7A5A-80797D487ECA}"/>
              </a:ext>
            </a:extLst>
          </p:cNvPr>
          <p:cNvSpPr txBox="1"/>
          <p:nvPr/>
        </p:nvSpPr>
        <p:spPr>
          <a:xfrm>
            <a:off x="1483804" y="649273"/>
            <a:ext cx="16230599" cy="1031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IN" sz="7600" dirty="0">
                <a:latin typeface="League Spartan" panose="020B0604020202020204" charset="0"/>
              </a:rPr>
              <a:t>Testing &amp; Validation</a:t>
            </a:r>
            <a:endParaRPr lang="en-US" sz="7600" dirty="0">
              <a:solidFill>
                <a:srgbClr val="454B5D"/>
              </a:solidFill>
              <a:latin typeface="League Spartan" panose="020B0604020202020204" charset="0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1D57533-23D5-F815-5135-811574FFB7F1}"/>
              </a:ext>
            </a:extLst>
          </p:cNvPr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922195B5-EEA8-3A31-EF88-A042F8262762}"/>
              </a:ext>
            </a:extLst>
          </p:cNvPr>
          <p:cNvSpPr txBox="1"/>
          <p:nvPr/>
        </p:nvSpPr>
        <p:spPr>
          <a:xfrm>
            <a:off x="2485168" y="6276554"/>
            <a:ext cx="14308502" cy="2876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Add payment integration.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Enhance admin dashboard.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Improve mobile responsiveness.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3200" b="1" dirty="0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Add more transport/tour options.</a:t>
            </a:r>
            <a:endParaRPr lang="en-US" sz="3200" dirty="0">
              <a:solidFill>
                <a:srgbClr val="454B5D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0BF730-804D-55D3-F33C-94329D7921BE}"/>
              </a:ext>
            </a:extLst>
          </p:cNvPr>
          <p:cNvSpPr txBox="1"/>
          <p:nvPr/>
        </p:nvSpPr>
        <p:spPr>
          <a:xfrm>
            <a:off x="1159064" y="5070936"/>
            <a:ext cx="16230599" cy="1031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IN" sz="7600" dirty="0">
                <a:latin typeface="League Spartan" panose="020B0604020202020204" charset="0"/>
              </a:rPr>
              <a:t>Future Improvements</a:t>
            </a:r>
          </a:p>
        </p:txBody>
      </p:sp>
    </p:spTree>
    <p:extLst>
      <p:ext uri="{BB962C8B-B14F-4D97-AF65-F5344CB8AC3E}">
        <p14:creationId xmlns:p14="http://schemas.microsoft.com/office/powerpoint/2010/main" val="2726075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5532E-3502-28BF-CE80-137A4BA28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C48E63A-7131-420D-D0EC-69030E374D70}"/>
              </a:ext>
            </a:extLst>
          </p:cNvPr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57AE242-D7FA-D64C-9F12-33D13367E9FD}"/>
                </a:ext>
              </a:extLst>
            </p:cNvPr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F8AEA45-966D-D09A-8050-A930982AC253}"/>
                </a:ext>
              </a:extLst>
            </p:cNvPr>
            <p:cNvSpPr txBox="1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D265284-33CE-C4B7-C5AB-D34FE0D60477}"/>
              </a:ext>
            </a:extLst>
          </p:cNvPr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AF98943-BBD5-AC62-E6AA-8C67CA97DB9D}"/>
                </a:ext>
              </a:extLst>
            </p:cNvPr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D331A48-9D95-987C-8114-528493C572EF}"/>
                </a:ext>
              </a:extLst>
            </p:cNvPr>
            <p:cNvSpPr txBox="1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16C77473-CE03-4E9F-6CD0-A22A8414BEF0}"/>
              </a:ext>
            </a:extLst>
          </p:cNvPr>
          <p:cNvSpPr/>
          <p:nvPr/>
        </p:nvSpPr>
        <p:spPr>
          <a:xfrm>
            <a:off x="-734405" y="-1009042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4E0A39E-A0B7-1CDC-7A74-9F002CFDD57A}"/>
              </a:ext>
            </a:extLst>
          </p:cNvPr>
          <p:cNvSpPr/>
          <p:nvPr/>
        </p:nvSpPr>
        <p:spPr>
          <a:xfrm flipH="1" flipV="1">
            <a:off x="14470870" y="6490580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3DA6A57-E627-C574-1C7A-37D61903266E}"/>
              </a:ext>
            </a:extLst>
          </p:cNvPr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8E48151-6F0B-0D1E-1546-EB0FD2F81588}"/>
              </a:ext>
            </a:extLst>
          </p:cNvPr>
          <p:cNvSpPr/>
          <p:nvPr/>
        </p:nvSpPr>
        <p:spPr>
          <a:xfrm flipH="1" flipV="1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582D3939-2D9A-BE9A-C73F-827A7B14721C}"/>
              </a:ext>
            </a:extLst>
          </p:cNvPr>
          <p:cNvSpPr/>
          <p:nvPr/>
        </p:nvSpPr>
        <p:spPr>
          <a:xfrm flipH="1" flipV="1">
            <a:off x="15975469" y="-12756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B02EAD6-D9B9-0955-E5E9-10EEDDC05DEB}"/>
              </a:ext>
            </a:extLst>
          </p:cNvPr>
          <p:cNvSpPr txBox="1"/>
          <p:nvPr/>
        </p:nvSpPr>
        <p:spPr>
          <a:xfrm>
            <a:off x="1483804" y="649273"/>
            <a:ext cx="16230599" cy="1031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IN" sz="7600" dirty="0">
                <a:latin typeface="League Spartan" panose="020B0604020202020204" charset="0"/>
              </a:rPr>
              <a:t>Demo &amp; Screenshots</a:t>
            </a:r>
            <a:endParaRPr lang="en-US" sz="7600" dirty="0">
              <a:solidFill>
                <a:srgbClr val="454B5D"/>
              </a:solidFill>
              <a:latin typeface="League Spartan" panose="020B0604020202020204" charset="0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18C3D53-4189-5989-D47C-E26B53BCAB16}"/>
              </a:ext>
            </a:extLst>
          </p:cNvPr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AB374B2-C18F-6335-E916-8EF032669C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" y="2050947"/>
            <a:ext cx="9067800" cy="679613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A875DDE-EACE-C69E-B91A-2D9C9CCA9E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7673" y="2182614"/>
            <a:ext cx="8834127" cy="669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156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71547" cy="1329318"/>
            </a:xfrm>
            <a:custGeom>
              <a:avLst/>
              <a:gdLst/>
              <a:ahLst/>
              <a:cxnLst/>
              <a:rect l="l" t="t" r="r" b="b"/>
              <a:pathLst>
                <a:path w="3471547" h="1329318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442614" y="628630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71547" cy="1129997"/>
            </a:xfrm>
            <a:custGeom>
              <a:avLst/>
              <a:gdLst/>
              <a:ahLst/>
              <a:cxnLst/>
              <a:rect l="l" t="t" r="r" b="b"/>
              <a:pathLst>
                <a:path w="3471547" h="112999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734405" y="-1009042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 flipV="1">
            <a:off x="14470870" y="6490580"/>
            <a:ext cx="4436419" cy="4824276"/>
          </a:xfrm>
          <a:custGeom>
            <a:avLst/>
            <a:gdLst/>
            <a:ahLst/>
            <a:cxnLst/>
            <a:rect l="l" t="t" r="r" b="b"/>
            <a:pathLst>
              <a:path w="4436419" h="4824276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64837" y="806001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6546204" y="-618883"/>
            <a:ext cx="2114182" cy="4291608"/>
          </a:xfrm>
          <a:custGeom>
            <a:avLst/>
            <a:gdLst/>
            <a:ahLst/>
            <a:cxnLst/>
            <a:rect l="l" t="t" r="r" b="b"/>
            <a:pathLst>
              <a:path w="2114182" h="4291608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 flipV="1">
            <a:off x="15975469" y="-127566"/>
            <a:ext cx="2312531" cy="2312531"/>
          </a:xfrm>
          <a:custGeom>
            <a:avLst/>
            <a:gdLst/>
            <a:ahLst/>
            <a:cxnLst/>
            <a:rect l="l" t="t" r="r" b="b"/>
            <a:pathLst>
              <a:path w="2312531" h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312531" y="4571603"/>
            <a:ext cx="13662938" cy="171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57"/>
              </a:lnSpc>
            </a:pPr>
            <a:r>
              <a:rPr lang="en-US" sz="14821" b="1" dirty="0">
                <a:latin typeface="League Spartan"/>
                <a:ea typeface="League Spartan"/>
                <a:cs typeface="League Spartan"/>
                <a:sym typeface="League Spartan"/>
              </a:rPr>
              <a:t>THANK YOU 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407</Words>
  <Application>Microsoft Office PowerPoint</Application>
  <PresentationFormat>Custom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ITC Avant Garde Gothic</vt:lpstr>
      <vt:lpstr>Wingdings</vt:lpstr>
      <vt:lpstr>League Spartan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Orange Simple Modern Geometric Research Project Presentation</dc:title>
  <dc:creator>T Prasanna</dc:creator>
  <cp:lastModifiedBy>aswin kumar</cp:lastModifiedBy>
  <cp:revision>30</cp:revision>
  <dcterms:created xsi:type="dcterms:W3CDTF">2006-08-16T00:00:00Z</dcterms:created>
  <dcterms:modified xsi:type="dcterms:W3CDTF">2025-10-11T04:43:47Z</dcterms:modified>
  <dc:identifier>DAGzlSHPKPk</dc:identifier>
</cp:coreProperties>
</file>